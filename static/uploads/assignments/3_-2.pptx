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1955463" cy="6858000"/>
  <p:notesSz cx="6807200" cy="9939338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C2D9B5-89A4-4C50-8FA4-6A56A1DE830C}">
  <a:tblStyle styleId="{99C2D9B5-89A4-4C50-8FA4-6A56A1DE830C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BAC03-12C7-4CD6-96AD-1F2BF850321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43013"/>
            <a:ext cx="58451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E20B8-D197-4A42-A935-96320D9708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56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8E20B8-D197-4A42-A935-96320D97086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26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4433" y="1122363"/>
            <a:ext cx="8966597" cy="2387600"/>
          </a:xfrm>
        </p:spPr>
        <p:txBody>
          <a:bodyPr anchor="b"/>
          <a:lstStyle>
            <a:lvl1pPr algn="ctr">
              <a:defRPr sz="588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4433" y="3602038"/>
            <a:ext cx="8966597" cy="1655762"/>
          </a:xfrm>
        </p:spPr>
        <p:txBody>
          <a:bodyPr/>
          <a:lstStyle>
            <a:lvl1pPr marL="0" indent="0" algn="ctr">
              <a:buNone/>
              <a:defRPr sz="2353"/>
            </a:lvl1pPr>
            <a:lvl2pPr marL="448330" indent="0" algn="ctr">
              <a:buNone/>
              <a:defRPr sz="1961"/>
            </a:lvl2pPr>
            <a:lvl3pPr marL="896661" indent="0" algn="ctr">
              <a:buNone/>
              <a:defRPr sz="1765"/>
            </a:lvl3pPr>
            <a:lvl4pPr marL="1344991" indent="0" algn="ctr">
              <a:buNone/>
              <a:defRPr sz="1569"/>
            </a:lvl4pPr>
            <a:lvl5pPr marL="1793321" indent="0" algn="ctr">
              <a:buNone/>
              <a:defRPr sz="1569"/>
            </a:lvl5pPr>
            <a:lvl6pPr marL="2241652" indent="0" algn="ctr">
              <a:buNone/>
              <a:defRPr sz="1569"/>
            </a:lvl6pPr>
            <a:lvl7pPr marL="2689982" indent="0" algn="ctr">
              <a:buNone/>
              <a:defRPr sz="1569"/>
            </a:lvl7pPr>
            <a:lvl8pPr marL="3138312" indent="0" algn="ctr">
              <a:buNone/>
              <a:defRPr sz="1569"/>
            </a:lvl8pPr>
            <a:lvl9pPr marL="3586643" indent="0" algn="ctr">
              <a:buNone/>
              <a:defRPr sz="1569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3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60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711" y="1709739"/>
            <a:ext cx="10311587" cy="2852737"/>
          </a:xfrm>
        </p:spPr>
        <p:txBody>
          <a:bodyPr anchor="b"/>
          <a:lstStyle>
            <a:lvl1pPr>
              <a:defRPr sz="588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711" y="4589464"/>
            <a:ext cx="10311587" cy="1500187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82000"/>
                  </a:schemeClr>
                </a:solidFill>
              </a:defRPr>
            </a:lvl1pPr>
            <a:lvl2pPr marL="448330" indent="0">
              <a:buNone/>
              <a:defRPr sz="1961">
                <a:solidFill>
                  <a:schemeClr val="tx1">
                    <a:tint val="82000"/>
                  </a:schemeClr>
                </a:solidFill>
              </a:defRPr>
            </a:lvl2pPr>
            <a:lvl3pPr marL="896661" indent="0">
              <a:buNone/>
              <a:defRPr sz="1765">
                <a:solidFill>
                  <a:schemeClr val="tx1">
                    <a:tint val="82000"/>
                  </a:schemeClr>
                </a:solidFill>
              </a:defRPr>
            </a:lvl3pPr>
            <a:lvl4pPr marL="1344991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4pPr>
            <a:lvl5pPr marL="1793321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5pPr>
            <a:lvl6pPr marL="2241652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6pPr>
            <a:lvl7pPr marL="2689982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7pPr>
            <a:lvl8pPr marL="3138312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8pPr>
            <a:lvl9pPr marL="3586643" indent="0">
              <a:buNone/>
              <a:defRPr sz="15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7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938" y="1825625"/>
            <a:ext cx="5081072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2453" y="1825625"/>
            <a:ext cx="5081072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6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495" y="365126"/>
            <a:ext cx="10311587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3496" y="1681163"/>
            <a:ext cx="5057721" cy="823912"/>
          </a:xfrm>
        </p:spPr>
        <p:txBody>
          <a:bodyPr anchor="b"/>
          <a:lstStyle>
            <a:lvl1pPr marL="0" indent="0">
              <a:buNone/>
              <a:defRPr sz="2353" b="1"/>
            </a:lvl1pPr>
            <a:lvl2pPr marL="448330" indent="0">
              <a:buNone/>
              <a:defRPr sz="1961" b="1"/>
            </a:lvl2pPr>
            <a:lvl3pPr marL="896661" indent="0">
              <a:buNone/>
              <a:defRPr sz="1765" b="1"/>
            </a:lvl3pPr>
            <a:lvl4pPr marL="1344991" indent="0">
              <a:buNone/>
              <a:defRPr sz="1569" b="1"/>
            </a:lvl4pPr>
            <a:lvl5pPr marL="1793321" indent="0">
              <a:buNone/>
              <a:defRPr sz="1569" b="1"/>
            </a:lvl5pPr>
            <a:lvl6pPr marL="2241652" indent="0">
              <a:buNone/>
              <a:defRPr sz="1569" b="1"/>
            </a:lvl6pPr>
            <a:lvl7pPr marL="2689982" indent="0">
              <a:buNone/>
              <a:defRPr sz="1569" b="1"/>
            </a:lvl7pPr>
            <a:lvl8pPr marL="3138312" indent="0">
              <a:buNone/>
              <a:defRPr sz="1569" b="1"/>
            </a:lvl8pPr>
            <a:lvl9pPr marL="3586643" indent="0">
              <a:buNone/>
              <a:defRPr sz="156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496" y="2505075"/>
            <a:ext cx="505772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52453" y="1681163"/>
            <a:ext cx="5082629" cy="823912"/>
          </a:xfrm>
        </p:spPr>
        <p:txBody>
          <a:bodyPr anchor="b"/>
          <a:lstStyle>
            <a:lvl1pPr marL="0" indent="0">
              <a:buNone/>
              <a:defRPr sz="2353" b="1"/>
            </a:lvl1pPr>
            <a:lvl2pPr marL="448330" indent="0">
              <a:buNone/>
              <a:defRPr sz="1961" b="1"/>
            </a:lvl2pPr>
            <a:lvl3pPr marL="896661" indent="0">
              <a:buNone/>
              <a:defRPr sz="1765" b="1"/>
            </a:lvl3pPr>
            <a:lvl4pPr marL="1344991" indent="0">
              <a:buNone/>
              <a:defRPr sz="1569" b="1"/>
            </a:lvl4pPr>
            <a:lvl5pPr marL="1793321" indent="0">
              <a:buNone/>
              <a:defRPr sz="1569" b="1"/>
            </a:lvl5pPr>
            <a:lvl6pPr marL="2241652" indent="0">
              <a:buNone/>
              <a:defRPr sz="1569" b="1"/>
            </a:lvl6pPr>
            <a:lvl7pPr marL="2689982" indent="0">
              <a:buNone/>
              <a:defRPr sz="1569" b="1"/>
            </a:lvl7pPr>
            <a:lvl8pPr marL="3138312" indent="0">
              <a:buNone/>
              <a:defRPr sz="1569" b="1"/>
            </a:lvl8pPr>
            <a:lvl9pPr marL="3586643" indent="0">
              <a:buNone/>
              <a:defRPr sz="156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52453" y="2505075"/>
            <a:ext cx="5082629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82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34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26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496" y="457200"/>
            <a:ext cx="3855948" cy="1600200"/>
          </a:xfrm>
        </p:spPr>
        <p:txBody>
          <a:bodyPr anchor="b"/>
          <a:lstStyle>
            <a:lvl1pPr>
              <a:defRPr sz="313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2629" y="987426"/>
            <a:ext cx="6052453" cy="4873625"/>
          </a:xfrm>
        </p:spPr>
        <p:txBody>
          <a:bodyPr/>
          <a:lstStyle>
            <a:lvl1pPr>
              <a:defRPr sz="3138"/>
            </a:lvl1pPr>
            <a:lvl2pPr>
              <a:defRPr sz="2746"/>
            </a:lvl2pPr>
            <a:lvl3pPr>
              <a:defRPr sz="2353"/>
            </a:lvl3pPr>
            <a:lvl4pPr>
              <a:defRPr sz="1961"/>
            </a:lvl4pPr>
            <a:lvl5pPr>
              <a:defRPr sz="1961"/>
            </a:lvl5pPr>
            <a:lvl6pPr>
              <a:defRPr sz="1961"/>
            </a:lvl6pPr>
            <a:lvl7pPr>
              <a:defRPr sz="1961"/>
            </a:lvl7pPr>
            <a:lvl8pPr>
              <a:defRPr sz="1961"/>
            </a:lvl8pPr>
            <a:lvl9pPr>
              <a:defRPr sz="1961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3496" y="2057400"/>
            <a:ext cx="3855948" cy="3811588"/>
          </a:xfrm>
        </p:spPr>
        <p:txBody>
          <a:bodyPr/>
          <a:lstStyle>
            <a:lvl1pPr marL="0" indent="0">
              <a:buNone/>
              <a:defRPr sz="1569"/>
            </a:lvl1pPr>
            <a:lvl2pPr marL="448330" indent="0">
              <a:buNone/>
              <a:defRPr sz="1373"/>
            </a:lvl2pPr>
            <a:lvl3pPr marL="896661" indent="0">
              <a:buNone/>
              <a:defRPr sz="1177"/>
            </a:lvl3pPr>
            <a:lvl4pPr marL="1344991" indent="0">
              <a:buNone/>
              <a:defRPr sz="981"/>
            </a:lvl4pPr>
            <a:lvl5pPr marL="1793321" indent="0">
              <a:buNone/>
              <a:defRPr sz="981"/>
            </a:lvl5pPr>
            <a:lvl6pPr marL="2241652" indent="0">
              <a:buNone/>
              <a:defRPr sz="981"/>
            </a:lvl6pPr>
            <a:lvl7pPr marL="2689982" indent="0">
              <a:buNone/>
              <a:defRPr sz="981"/>
            </a:lvl7pPr>
            <a:lvl8pPr marL="3138312" indent="0">
              <a:buNone/>
              <a:defRPr sz="981"/>
            </a:lvl8pPr>
            <a:lvl9pPr marL="3586643" indent="0">
              <a:buNone/>
              <a:defRPr sz="98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64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496" y="457200"/>
            <a:ext cx="3855948" cy="1600200"/>
          </a:xfrm>
        </p:spPr>
        <p:txBody>
          <a:bodyPr anchor="b"/>
          <a:lstStyle>
            <a:lvl1pPr>
              <a:defRPr sz="313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2629" y="987426"/>
            <a:ext cx="6052453" cy="4873625"/>
          </a:xfrm>
        </p:spPr>
        <p:txBody>
          <a:bodyPr anchor="t"/>
          <a:lstStyle>
            <a:lvl1pPr marL="0" indent="0">
              <a:buNone/>
              <a:defRPr sz="3138"/>
            </a:lvl1pPr>
            <a:lvl2pPr marL="448330" indent="0">
              <a:buNone/>
              <a:defRPr sz="2746"/>
            </a:lvl2pPr>
            <a:lvl3pPr marL="896661" indent="0">
              <a:buNone/>
              <a:defRPr sz="2353"/>
            </a:lvl3pPr>
            <a:lvl4pPr marL="1344991" indent="0">
              <a:buNone/>
              <a:defRPr sz="1961"/>
            </a:lvl4pPr>
            <a:lvl5pPr marL="1793321" indent="0">
              <a:buNone/>
              <a:defRPr sz="1961"/>
            </a:lvl5pPr>
            <a:lvl6pPr marL="2241652" indent="0">
              <a:buNone/>
              <a:defRPr sz="1961"/>
            </a:lvl6pPr>
            <a:lvl7pPr marL="2689982" indent="0">
              <a:buNone/>
              <a:defRPr sz="1961"/>
            </a:lvl7pPr>
            <a:lvl8pPr marL="3138312" indent="0">
              <a:buNone/>
              <a:defRPr sz="1961"/>
            </a:lvl8pPr>
            <a:lvl9pPr marL="3586643" indent="0">
              <a:buNone/>
              <a:defRPr sz="1961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3496" y="2057400"/>
            <a:ext cx="3855948" cy="3811588"/>
          </a:xfrm>
        </p:spPr>
        <p:txBody>
          <a:bodyPr/>
          <a:lstStyle>
            <a:lvl1pPr marL="0" indent="0">
              <a:buNone/>
              <a:defRPr sz="1569"/>
            </a:lvl1pPr>
            <a:lvl2pPr marL="448330" indent="0">
              <a:buNone/>
              <a:defRPr sz="1373"/>
            </a:lvl2pPr>
            <a:lvl3pPr marL="896661" indent="0">
              <a:buNone/>
              <a:defRPr sz="1177"/>
            </a:lvl3pPr>
            <a:lvl4pPr marL="1344991" indent="0">
              <a:buNone/>
              <a:defRPr sz="981"/>
            </a:lvl4pPr>
            <a:lvl5pPr marL="1793321" indent="0">
              <a:buNone/>
              <a:defRPr sz="981"/>
            </a:lvl5pPr>
            <a:lvl6pPr marL="2241652" indent="0">
              <a:buNone/>
              <a:defRPr sz="981"/>
            </a:lvl6pPr>
            <a:lvl7pPr marL="2689982" indent="0">
              <a:buNone/>
              <a:defRPr sz="981"/>
            </a:lvl7pPr>
            <a:lvl8pPr marL="3138312" indent="0">
              <a:buNone/>
              <a:defRPr sz="981"/>
            </a:lvl8pPr>
            <a:lvl9pPr marL="3586643" indent="0">
              <a:buNone/>
              <a:defRPr sz="98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86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51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55628" y="365125"/>
            <a:ext cx="2577897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1938" y="365125"/>
            <a:ext cx="7584247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6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938" y="365126"/>
            <a:ext cx="10311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938" y="1825625"/>
            <a:ext cx="103115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938" y="6356351"/>
            <a:ext cx="2689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89BE8-FE69-4282-90B1-A1F88D374BEB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0247" y="6356351"/>
            <a:ext cx="4034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3546" y="6356351"/>
            <a:ext cx="2689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47F26-F796-44A5-893E-18CCA6D163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37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6661" rtl="0" eaLnBrk="1" latinLnBrk="0" hangingPunct="1">
        <a:lnSpc>
          <a:spcPct val="90000"/>
        </a:lnSpc>
        <a:spcBef>
          <a:spcPct val="0"/>
        </a:spcBef>
        <a:buNone/>
        <a:defRPr sz="4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65" indent="-224165" algn="l" defTabSz="896661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746" kern="1200">
          <a:solidFill>
            <a:schemeClr val="tx1"/>
          </a:solidFill>
          <a:latin typeface="+mn-lt"/>
          <a:ea typeface="+mn-ea"/>
          <a:cs typeface="+mn-cs"/>
        </a:defRPr>
      </a:lvl1pPr>
      <a:lvl2pPr marL="672495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2pPr>
      <a:lvl3pPr marL="1120826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3pPr>
      <a:lvl4pPr marL="1569156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2017486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465817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4147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477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808" indent="-224165" algn="l" defTabSz="896661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330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661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991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321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652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982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8312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643" algn="l" defTabSz="896661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AFB8D4D9-20DE-505A-987F-D0C8F25F3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387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73997" y="2564160"/>
            <a:ext cx="67558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 РЕСПУБЛИКАСЫНЫҢ ОҚУ-АҒАРТУ МИНИСТРЛІГІ АЛМАТЫ ҚАЛАСЫ БІЛІМ БАСҚАРМАСЫ КМҚК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Almaty Polytechnic College»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тәжірибенің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ЕСЕБІ «16»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«12»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мамыр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дейін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П22-4А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тобының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Маннаф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Тамирлан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Мамандық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06130100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Біліктілігі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S061</a:t>
            </a:r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қамтамасыздандыруды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құрастырушы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96911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1" descr="Изображение выглядит как снимок экрана, линия&#10;&#10;Автоматически созданное описание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1"/>
          <p:cNvSpPr/>
          <p:nvPr/>
        </p:nvSpPr>
        <p:spPr>
          <a:xfrm>
            <a:off x="538163" y="1054438"/>
            <a:ext cx="9621900" cy="3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Титулдық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бет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Кіріспе</a:t>
            </a:r>
            <a:endParaRPr dirty="0"/>
          </a:p>
          <a:p>
            <a:pPr lvl="0"/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Дипломалды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практиканың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мақсаты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мен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міндеттері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Практикадан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өту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орны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ұйымның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атауы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қысқаша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сипаттамасы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Ұйымға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жалпы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сипаттама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кестесі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Атқарылған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қызметтер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мен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міндеттердің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сипаттамасы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Лауазымдық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қызметі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Фотоесеп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Қорытынды</a:t>
            </a:r>
            <a:endParaRPr dirty="0"/>
          </a:p>
        </p:txBody>
      </p:sp>
      <p:sp>
        <p:nvSpPr>
          <p:cNvPr id="1041" name="Google Shape;1041;p1"/>
          <p:cNvSpPr txBox="1"/>
          <p:nvPr/>
        </p:nvSpPr>
        <p:spPr>
          <a:xfrm>
            <a:off x="825500" y="88900"/>
            <a:ext cx="21378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Мазмұны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2" descr="Изображение выглядит как снимок экрана, линия&#10;&#10;Автоматически созданное описание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2"/>
          <p:cNvSpPr/>
          <p:nvPr/>
        </p:nvSpPr>
        <p:spPr>
          <a:xfrm>
            <a:off x="406325" y="1245151"/>
            <a:ext cx="11214900" cy="43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Дипломалды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преддипломдық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практика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оқу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процесінің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міндетті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бөлігі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болып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табылады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оқу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барысында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алынған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теориялық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білімді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бекітуге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сондай-ақ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кәсіби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практикалық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дағдыларды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қалыптастыруға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бағытталған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Практика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барысында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студенттер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нақты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ортасымен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банк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жүйесіндегі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қызметті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ұйымдастыру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ерекшеліктерімен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қаржы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саласындағы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мамандарға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қойылатын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талаптармен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танысады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2"/>
          <p:cNvSpPr txBox="1"/>
          <p:nvPr/>
        </p:nvSpPr>
        <p:spPr>
          <a:xfrm>
            <a:off x="825500" y="88900"/>
            <a:ext cx="19209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Кіріспе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Google Shape;1047;p3" descr="Изображение выглядит как снимок экрана, линия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55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3"/>
          <p:cNvSpPr/>
          <p:nvPr/>
        </p:nvSpPr>
        <p:spPr>
          <a:xfrm>
            <a:off x="755658" y="170934"/>
            <a:ext cx="1051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ru-RU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Дипломалды</a:t>
            </a:r>
            <a:r>
              <a:rPr lang="ru-RU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практиканың</a:t>
            </a:r>
            <a:r>
              <a:rPr lang="ru-RU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мақсаты</a:t>
            </a:r>
            <a:r>
              <a:rPr lang="ru-RU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мен </a:t>
            </a:r>
            <a:r>
              <a:rPr lang="ru-RU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міндеттері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3"/>
          <p:cNvSpPr txBox="1"/>
          <p:nvPr/>
        </p:nvSpPr>
        <p:spPr>
          <a:xfrm>
            <a:off x="575475" y="785407"/>
            <a:ext cx="10804500" cy="5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Мақсаты</a:t>
            </a:r>
            <a:r>
              <a:rPr lang="ru-RU" sz="28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Дипломдық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жұмыстың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теориялық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практикалық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бөлімдерін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әзірлеу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үшін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қажетті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деректерді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жинақтау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банктік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жүйелердің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бизнес-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процестерін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талдау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бағдарламалық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өнімдерді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әзірлеу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дағдыларын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жетілдіру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Міндеттері</a:t>
            </a:r>
            <a:r>
              <a:rPr lang="ru-RU" sz="28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Практикалық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дағдыларды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дамыту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банк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қызметінің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негізгі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процестерімен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танысу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ұжымда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істеуді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үйрену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еңбек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тәртібі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мен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ақпараттық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қауіпсіздік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талаптарын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сақтау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кәсіби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жауапкершілікті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қалыптастыру</a:t>
            </a:r>
            <a:r>
              <a:rPr lang="ru-RU" sz="28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p4" descr="Изображение выглядит как снимок экрана, линия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55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4"/>
          <p:cNvSpPr/>
          <p:nvPr/>
        </p:nvSpPr>
        <p:spPr>
          <a:xfrm>
            <a:off x="727866" y="195732"/>
            <a:ext cx="109779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Практикадан өту орны (ұйымның атауы, қысқаша сипаттамасы) Ұйымға жалпы сипаттама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 кестесі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4"/>
          <p:cNvSpPr txBox="1"/>
          <p:nvPr/>
        </p:nvSpPr>
        <p:spPr>
          <a:xfrm>
            <a:off x="210656" y="1505239"/>
            <a:ext cx="7458600" cy="4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</a:t>
            </a:r>
            <a:r>
              <a:rPr lang="ru-RU" sz="2700" b="1" i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өту</a:t>
            </a:r>
            <a:r>
              <a:rPr lang="ru-RU" sz="270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700" b="1" i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орнының</a:t>
            </a:r>
            <a:r>
              <a:rPr lang="ru-RU" sz="270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700" b="1" i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сипаттамасы</a:t>
            </a:r>
            <a:r>
              <a:rPr lang="ru-RU" sz="270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700" dirty="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өту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орны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Freedom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Freedom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Қазақстандағы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заманауи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қаржы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ұйымдарының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бірі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жеке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заңды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тұлғаларға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банктік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қызметтердің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кең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спектрін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ұсынатын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банк. Банк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цифрлық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технологияларды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белсенді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қолдануымен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инновациялық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шешімдерімен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клиенттерге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бағытталған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сервистерімен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ерекшеленеді.Практика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барысында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біз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банк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бөлімшесіндегі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техникалық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қолдау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бағытымен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танысып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қызметкерлердің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жұмысын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қамтамасыз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етуге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қатыстық</a:t>
            </a:r>
            <a:r>
              <a:rPr lang="ru-RU"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4" name="Google Shape;1054;p4"/>
          <p:cNvGraphicFramePr/>
          <p:nvPr/>
        </p:nvGraphicFramePr>
        <p:xfrm>
          <a:off x="7883234" y="1765392"/>
          <a:ext cx="3940250" cy="3486675"/>
        </p:xfrm>
        <a:graphic>
          <a:graphicData uri="http://schemas.openxmlformats.org/drawingml/2006/table">
            <a:tbl>
              <a:tblPr firstRow="1" bandRow="1">
                <a:noFill/>
                <a:tableStyleId>{99C2D9B5-89A4-4C50-8FA4-6A56A1DE830C}</a:tableStyleId>
              </a:tblPr>
              <a:tblGrid>
                <a:gridCol w="197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Күндері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Жұмыс уақыты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Дүйсенбі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09:00 – 18:00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Сейсенбі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09:00 – 18:00</a:t>
                      </a:r>
                      <a:endParaRPr sz="1765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 u="none" strike="noStrike" cap="none"/>
                        <a:t>Сәрсенбі</a:t>
                      </a:r>
                      <a:endParaRPr sz="1765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/>
                        <a:t>09:00 – 18:00</a:t>
                      </a:r>
                      <a:endParaRPr sz="1765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/>
                        <a:t>Бейсенбі</a:t>
                      </a:r>
                      <a:endParaRPr sz="1765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/>
                        <a:t>09:00 – 18:00</a:t>
                      </a:r>
                      <a:endParaRPr sz="1765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/>
                        <a:t>Жұма</a:t>
                      </a:r>
                      <a:endParaRPr sz="1765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ru-RU" sz="1765"/>
                        <a:t>09:00 – 18:00</a:t>
                      </a:r>
                      <a:endParaRPr sz="1765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5" descr="Изображение выглядит как снимок экрана, линия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55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5"/>
          <p:cNvSpPr/>
          <p:nvPr/>
        </p:nvSpPr>
        <p:spPr>
          <a:xfrm>
            <a:off x="799462" y="145534"/>
            <a:ext cx="11048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Атқарылған қызметтер мен міндеттердің сипаттамасы Лауазымдық қызметі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5"/>
          <p:cNvSpPr txBox="1"/>
          <p:nvPr/>
        </p:nvSpPr>
        <p:spPr>
          <a:xfrm>
            <a:off x="435777" y="1122065"/>
            <a:ext cx="11048700" cy="5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Мен</a:t>
            </a:r>
            <a:r>
              <a:rPr lang="ru-RU" sz="2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практика барысында/</a:t>
            </a:r>
            <a:r>
              <a:rPr lang="ru-RU" sz="2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Лауазымдық қызметі</a:t>
            </a:r>
            <a:endParaRPr sz="2800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барысында келесі жұмыстар атқарылды: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компьютерлік техниканы баптау және тексеру;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дербес компьютерлер мен ноутбуктарды жұмысқа дайындау;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операциялық жүйелер мен бағдарламаларды орнату;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банк қызметкерлеріне техникалық қолдау көрсету;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принтерлер мен перифериялық құрылғыларды қосу және баптау;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ішкі ақпараттық жүйелермен жұмыс істеуге көмектесу;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цифрлық құралдар мен жасанды интеллект сервистерін пайдалану.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B0B7-19D2-C1F0-AE87-EFDDDCA9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4" descr="Изображение выглядит как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94D00E37-B9B5-B6D5-F36D-213197DF4A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41" y="0"/>
            <a:ext cx="12027555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074628-17BE-BE58-DC6E-6ED0C16F2884}"/>
              </a:ext>
            </a:extLst>
          </p:cNvPr>
          <p:cNvSpPr/>
          <p:nvPr/>
        </p:nvSpPr>
        <p:spPr>
          <a:xfrm>
            <a:off x="799462" y="145534"/>
            <a:ext cx="62436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Қолданылған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Outlook.com - Wikipedia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7" y="976531"/>
            <a:ext cx="1893942" cy="179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Teams - Wikipedia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857" y="976531"/>
            <a:ext cx="1697823" cy="179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95" y="3600854"/>
            <a:ext cx="3206135" cy="2404601"/>
          </a:xfrm>
          <a:prstGeom prst="rect">
            <a:avLst/>
          </a:prstGeom>
        </p:spPr>
      </p:pic>
      <p:pic>
        <p:nvPicPr>
          <p:cNvPr id="1032" name="Picture 8" descr="UltraVNC — Википедия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732" y="3600854"/>
            <a:ext cx="22860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otepad++ - NamuWik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174" y="976531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Программист в группу разработчиков сопровождения - Colvi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690" y="3943787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17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 descr="Изображение выглядит как снимок экрана, линия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55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/>
          <p:nvPr/>
        </p:nvSpPr>
        <p:spPr>
          <a:xfrm>
            <a:off x="799445" y="145525"/>
            <a:ext cx="2181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Фотоесеп </a:t>
            </a:r>
            <a:endParaRPr/>
          </a:p>
        </p:txBody>
      </p:sp>
      <p:sp>
        <p:nvSpPr>
          <p:cNvPr id="1062" name="Google Shape;1062;p6"/>
          <p:cNvSpPr/>
          <p:nvPr/>
        </p:nvSpPr>
        <p:spPr>
          <a:xfrm>
            <a:off x="5824538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480"/>
            <a:ext cx="3209721" cy="427962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840" y="1194828"/>
            <a:ext cx="3214710" cy="42862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119" y="1201480"/>
            <a:ext cx="3214711" cy="428628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837" y="1201481"/>
            <a:ext cx="3209721" cy="42796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p7" descr="Изображение выглядит как снимок экрана, линия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02755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7"/>
          <p:cNvSpPr/>
          <p:nvPr/>
        </p:nvSpPr>
        <p:spPr>
          <a:xfrm>
            <a:off x="799462" y="145535"/>
            <a:ext cx="2274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Қорытынды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7"/>
          <p:cNvSpPr txBox="1"/>
          <p:nvPr/>
        </p:nvSpPr>
        <p:spPr>
          <a:xfrm>
            <a:off x="532205" y="976532"/>
            <a:ext cx="108912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Дипломалды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барысында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алынған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теориялық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білім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банк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саласындағы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нақты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жағдайында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қолданылды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Компьютерлік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техниканы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баптау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бағдарламалық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қамтамасыз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етумен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жұмыс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істеу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техникалық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қолдау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көрсету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бойынша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практикалық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дағдылар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қалыптасты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Freedom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базасында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өткен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практика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кәсіби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тәжірибе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жинақтауға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және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болашақ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мамандыққа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дайындық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деңгейін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арттыруға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үлкен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мүмкіндік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2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берді</a:t>
            </a:r>
            <a:r>
              <a:rPr lang="ru-RU" sz="32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</Words>
  <Application>Microsoft Office PowerPoint</Application>
  <PresentationFormat>Произвольный</PresentationFormat>
  <Paragraphs>53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Tamirlan Mannaf</dc:creator>
  <cp:lastModifiedBy>Tamirlan Mannaf</cp:lastModifiedBy>
  <cp:revision>1</cp:revision>
  <dcterms:modified xsi:type="dcterms:W3CDTF">2026-05-24T07:57:36Z</dcterms:modified>
</cp:coreProperties>
</file>